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6956"/>
    <a:srgbClr val="4ED4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>
        <p:scale>
          <a:sx n="150" d="100"/>
          <a:sy n="150" d="100"/>
        </p:scale>
        <p:origin x="-1014" y="-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4093E-17D2-76C4-4275-6D2158812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0F9567-E936-08E1-1BAF-54AC5EDE3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B59D2-BA48-9F79-9A91-A282D330C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3C45-9F75-4A25-AFAE-F2CD0D433276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4F5B3-F648-B6FC-8C62-445AC2E64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20575-7195-2AFB-1090-D24AFF3AF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74053-32B5-4743-89D0-E4F5EEA8E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21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046BE-5741-17AB-F490-82EED3807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6BC46-821A-0EC1-6A81-D09BCAE67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4CEE2-EA4D-C4E9-E7F5-F86D97E65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3C45-9F75-4A25-AFAE-F2CD0D433276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29FE1-4379-A371-264E-721E597FE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866CD-9FA9-DACA-9A4A-36D132C6D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74053-32B5-4743-89D0-E4F5EEA8E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7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E13D3-A589-AA36-74D0-45E5D5DE2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F302E-F2C0-E840-2BFC-3F651F583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D5ADF-B81D-14EF-933B-3323D6F03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3C45-9F75-4A25-AFAE-F2CD0D433276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52B5F-240B-F4CE-BEB3-CF91A378A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01831-07AB-7E05-FF4F-2981452C9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74053-32B5-4743-89D0-E4F5EEA8E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715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1B9FC-309F-D59B-85FE-855A3B759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316BC-6C1E-E74B-62D9-6034C4A445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06B4F-D192-EE0A-F41C-D5DEFF27C4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7DF7E-34E8-D9CD-398F-87F7A6955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3C45-9F75-4A25-AFAE-F2CD0D433276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10F39E-9A36-B49B-7278-DECCFE407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6623BC-8616-988A-1B9B-40F1F0C5D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74053-32B5-4743-89D0-E4F5EEA8E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253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0EDF6-7B58-8AC7-DC09-552B9FAD2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46833-FBF4-7017-BA52-C80081B77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9CD72-5C74-627E-99AD-568A7E087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D48F82-3C38-894F-1D71-0BB3BA4AA4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8CFFEB-637C-CCA8-39C8-F32709A4B0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0261F5-2C4C-2674-793A-D245597CF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3C45-9F75-4A25-AFAE-F2CD0D433276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DFF970-F596-59A1-D133-FDA5C8CA1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907A8C-8772-46FE-D996-2A4DADEC1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74053-32B5-4743-89D0-E4F5EEA8E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034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F3F46-58C3-B4A0-76A6-D4282B779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F9909C-B557-531C-9A69-4C5EF9081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3C45-9F75-4A25-AFAE-F2CD0D433276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28FC7C-5B12-896D-7DA4-A869290F6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230CF4-C7F3-66C9-B27F-A034F3B6B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74053-32B5-4743-89D0-E4F5EEA8E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781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931CAF-7B17-321D-B801-815C9AB1E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3C45-9F75-4A25-AFAE-F2CD0D433276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C60B4F-B755-465E-EB32-2E9A75CA0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D0C7B-BC40-8EA0-CFB7-C624940AC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74053-32B5-4743-89D0-E4F5EEA8E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562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F5FE7-72B5-1DD5-B3B3-7BDECE475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BED21-8E5C-132C-D717-E701BC962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DD3000-1AB0-0D7B-9C94-108105115B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ABAE76-9DE0-8867-F5E6-7151437A6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3C45-9F75-4A25-AFAE-F2CD0D433276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B20E4-5456-FBD3-0DE2-CA13661C5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E8938-7637-FAC9-288E-B16ECCFFF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74053-32B5-4743-89D0-E4F5EEA8E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424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C365C-9FA5-64FC-5B79-2176CACDE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75CFAD-F522-9FAE-D839-BB8909F02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8A6771-AAAC-5F1A-4A53-726554B2E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E55E5-A442-BF20-5FFD-80654F471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3C45-9F75-4A25-AFAE-F2CD0D433276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B53554-152C-C72C-EC3C-7D68A94A1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3FB69D-ED45-892A-C334-1047E424D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74053-32B5-4743-89D0-E4F5EEA8E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973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66B85-F3AC-867E-BDEA-00800DC3B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9BF6CC-74A3-0A12-DF32-F991EEC37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E85D4-BDB6-435A-CB0A-3A1AB76F9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3C45-9F75-4A25-AFAE-F2CD0D433276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C1366-C514-C521-AED9-D8554FDE9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2BA6D-CC53-A7C0-A1B9-0DBEC1DE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74053-32B5-4743-89D0-E4F5EEA8E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5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5D885E-FE48-3C11-C996-59E195F75A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8F2C00-AA11-F679-DA48-59C1F8BC1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DC5BD-20CB-5DDE-49FC-84B744D81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3C45-9F75-4A25-AFAE-F2CD0D433276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1F7E3-4747-9E17-8E63-70581F495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5973F-CB58-A766-588B-F8A7793D3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74053-32B5-4743-89D0-E4F5EEA8E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21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55BDE-A77C-E651-EBD0-7ECC05FB1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D1C46-69AA-57D0-FC6F-45178BDD2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5935C-1CBC-08EB-CE49-FB8D69AF1E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0B3C45-9F75-4A25-AFAE-F2CD0D433276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E697D-CCAF-A4DE-0738-07C046694C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AA84C-C624-DF95-C177-84B065E529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374053-32B5-4743-89D0-E4F5EEA8E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326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1E5F6-3043-F0C8-7673-4EA137263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87025F0-9318-FE0E-4F38-3390379F3AD6}"/>
              </a:ext>
            </a:extLst>
          </p:cNvPr>
          <p:cNvSpPr/>
          <p:nvPr/>
        </p:nvSpPr>
        <p:spPr>
          <a:xfrm>
            <a:off x="4103293" y="1402158"/>
            <a:ext cx="3506105" cy="4053684"/>
          </a:xfrm>
          <a:prstGeom prst="roundRect">
            <a:avLst>
              <a:gd name="adj" fmla="val 1839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BC103B9-F080-B170-1FFD-71E604A451FB}"/>
              </a:ext>
            </a:extLst>
          </p:cNvPr>
          <p:cNvSpPr/>
          <p:nvPr/>
        </p:nvSpPr>
        <p:spPr>
          <a:xfrm>
            <a:off x="2141682" y="1402158"/>
            <a:ext cx="1894203" cy="4053684"/>
          </a:xfrm>
          <a:prstGeom prst="roundRect">
            <a:avLst>
              <a:gd name="adj" fmla="val 4074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he image shows a series of three stacked, gray, cube-shaped servers, each with a blue, alien-like face on top.&#10;&#10;AI-generated content may be incorrect.">
            <a:extLst>
              <a:ext uri="{FF2B5EF4-FFF2-40B4-BE49-F238E27FC236}">
                <a16:creationId xmlns:a16="http://schemas.microsoft.com/office/drawing/2014/main" id="{9FAD6FED-2A86-DE7C-C458-E9E43797B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828" y="4261625"/>
            <a:ext cx="972990" cy="874419"/>
          </a:xfrm>
          <a:prstGeom prst="rect">
            <a:avLst/>
          </a:prstGeom>
        </p:spPr>
      </p:pic>
      <p:pic>
        <p:nvPicPr>
          <p:cNvPr id="7" name="Picture 6" descr="The image displays a web-based Xeno network monitoring dashboard, showing various statistics and metrics such as request volume, success rate, connected clients, and analytics.&#10;&#10;AI-generated content may be incorrect.">
            <a:extLst>
              <a:ext uri="{FF2B5EF4-FFF2-40B4-BE49-F238E27FC236}">
                <a16:creationId xmlns:a16="http://schemas.microsoft.com/office/drawing/2014/main" id="{69990AB0-6A87-CD85-B5A6-5E22B99952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449" y="3833967"/>
            <a:ext cx="2223673" cy="1149327"/>
          </a:xfrm>
          <a:prstGeom prst="rect">
            <a:avLst/>
          </a:prstGeom>
        </p:spPr>
      </p:pic>
      <p:pic>
        <p:nvPicPr>
          <p:cNvPr id="11" name="Picture 10" descr="The image depicts an open laptop with a prominent, green lock icon on its screen, suggesting it is secured or locked.&#10;&#10;AI-generated content may be incorrect.">
            <a:extLst>
              <a:ext uri="{FF2B5EF4-FFF2-40B4-BE49-F238E27FC236}">
                <a16:creationId xmlns:a16="http://schemas.microsoft.com/office/drawing/2014/main" id="{FE59285F-5DCC-3DAD-8526-3836A50F84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415" y="1985726"/>
            <a:ext cx="1073816" cy="943404"/>
          </a:xfrm>
          <a:prstGeom prst="rect">
            <a:avLst/>
          </a:prstGeom>
        </p:spPr>
      </p:pic>
      <p:pic>
        <p:nvPicPr>
          <p:cNvPr id="15" name="Picture 14" descr="The image depicts a computer monitor with a green display, featuring a robotic alien figure with glowing eyes and an external hard drive, positioned on a desk.&#10;&#10;AI-generated content may be incorrect.">
            <a:extLst>
              <a:ext uri="{FF2B5EF4-FFF2-40B4-BE49-F238E27FC236}">
                <a16:creationId xmlns:a16="http://schemas.microsoft.com/office/drawing/2014/main" id="{101AE83A-975E-8FAF-A680-760FAA2763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424" y="3123675"/>
            <a:ext cx="1379906" cy="943405"/>
          </a:xfrm>
          <a:prstGeom prst="rect">
            <a:avLst/>
          </a:prstGeom>
        </p:spPr>
      </p:pic>
      <p:pic>
        <p:nvPicPr>
          <p:cNvPr id="25" name="Picture 24" descr="The image shows a series of three stacked, gray, cube-shaped servers, each with a blue, alien-like face on top.&#10;&#10;AI-generated content may be incorrect.">
            <a:extLst>
              <a:ext uri="{FF2B5EF4-FFF2-40B4-BE49-F238E27FC236}">
                <a16:creationId xmlns:a16="http://schemas.microsoft.com/office/drawing/2014/main" id="{740FB90A-1BB1-00DE-24E0-155A5098A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532" y="2295988"/>
            <a:ext cx="1569508" cy="1410505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412BD35-80DF-D756-0126-8342693BB874}"/>
              </a:ext>
            </a:extLst>
          </p:cNvPr>
          <p:cNvSpPr/>
          <p:nvPr/>
        </p:nvSpPr>
        <p:spPr>
          <a:xfrm>
            <a:off x="7676805" y="1402158"/>
            <a:ext cx="1894203" cy="4053684"/>
          </a:xfrm>
          <a:prstGeom prst="roundRect">
            <a:avLst>
              <a:gd name="adj" fmla="val 4074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 descr="The image shows a series of three stacked, gray, cube-shaped servers, each with a blue, alien-like face on top.&#10;&#10;AI-generated content may be incorrect.">
            <a:extLst>
              <a:ext uri="{FF2B5EF4-FFF2-40B4-BE49-F238E27FC236}">
                <a16:creationId xmlns:a16="http://schemas.microsoft.com/office/drawing/2014/main" id="{B1E0A8AF-BC97-6293-6A45-4A5764FC6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5359" y="4261625"/>
            <a:ext cx="972990" cy="874419"/>
          </a:xfrm>
          <a:prstGeom prst="rect">
            <a:avLst/>
          </a:prstGeom>
        </p:spPr>
      </p:pic>
      <p:pic>
        <p:nvPicPr>
          <p:cNvPr id="34" name="Picture 33" descr="The image depicts an open laptop with a prominent, green lock icon on its screen, suggesting it is secured or locked.&#10;&#10;AI-generated content may be incorrect.">
            <a:extLst>
              <a:ext uri="{FF2B5EF4-FFF2-40B4-BE49-F238E27FC236}">
                <a16:creationId xmlns:a16="http://schemas.microsoft.com/office/drawing/2014/main" id="{7C271204-A94E-D2EC-6EA8-35C034B46C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4946" y="1985726"/>
            <a:ext cx="1073816" cy="943404"/>
          </a:xfrm>
          <a:prstGeom prst="rect">
            <a:avLst/>
          </a:prstGeom>
        </p:spPr>
      </p:pic>
      <p:pic>
        <p:nvPicPr>
          <p:cNvPr id="36" name="Picture 35" descr="The image depicts a computer monitor with a green display, featuring a robotic alien figure with glowing eyes and an external hard drive, positioned on a desk.&#10;&#10;AI-generated content may be incorrect.">
            <a:extLst>
              <a:ext uri="{FF2B5EF4-FFF2-40B4-BE49-F238E27FC236}">
                <a16:creationId xmlns:a16="http://schemas.microsoft.com/office/drawing/2014/main" id="{96326A89-8296-D62B-224A-24B2DC414F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955" y="3123675"/>
            <a:ext cx="1379906" cy="943405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36B90F17-ACDD-EC85-BA28-7AC1002BB1F3}"/>
              </a:ext>
            </a:extLst>
          </p:cNvPr>
          <p:cNvSpPr txBox="1"/>
          <p:nvPr/>
        </p:nvSpPr>
        <p:spPr>
          <a:xfrm>
            <a:off x="1911990" y="1416943"/>
            <a:ext cx="235358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Clients</a:t>
            </a:r>
            <a:br>
              <a:rPr lang="en-US" sz="1400" dirty="0"/>
            </a:br>
            <a:r>
              <a:rPr lang="en-US" sz="1050" i="1" dirty="0"/>
              <a:t>OpenAI Compatible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B6F494-8348-2CD0-0A17-2FB7662B727E}"/>
              </a:ext>
            </a:extLst>
          </p:cNvPr>
          <p:cNvSpPr txBox="1"/>
          <p:nvPr/>
        </p:nvSpPr>
        <p:spPr>
          <a:xfrm>
            <a:off x="4595492" y="1423527"/>
            <a:ext cx="235358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Xeno Server</a:t>
            </a:r>
            <a:br>
              <a:rPr lang="en-US" sz="1400" dirty="0"/>
            </a:br>
            <a:r>
              <a:rPr lang="en-US" sz="1050" i="1" dirty="0"/>
              <a:t>Cloud or On-Premises Control Plane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9AB20A-4F2D-B5BE-9F19-FDE8830F624F}"/>
              </a:ext>
            </a:extLst>
          </p:cNvPr>
          <p:cNvSpPr txBox="1"/>
          <p:nvPr/>
        </p:nvSpPr>
        <p:spPr>
          <a:xfrm>
            <a:off x="7447113" y="1411400"/>
            <a:ext cx="235358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Xeno Clients</a:t>
            </a:r>
            <a:br>
              <a:rPr lang="en-US" sz="1400" dirty="0"/>
            </a:br>
            <a:r>
              <a:rPr lang="en-US" sz="1050" i="1" dirty="0"/>
              <a:t>Workload Runners</a:t>
            </a:r>
          </a:p>
        </p:txBody>
      </p:sp>
      <p:sp>
        <p:nvSpPr>
          <p:cNvPr id="42" name="Arrow: Left-Right 41">
            <a:extLst>
              <a:ext uri="{FF2B5EF4-FFF2-40B4-BE49-F238E27FC236}">
                <a16:creationId xmlns:a16="http://schemas.microsoft.com/office/drawing/2014/main" id="{D24250E1-2AA2-120B-0472-F6BDB789F42B}"/>
              </a:ext>
            </a:extLst>
          </p:cNvPr>
          <p:cNvSpPr/>
          <p:nvPr/>
        </p:nvSpPr>
        <p:spPr>
          <a:xfrm>
            <a:off x="3737797" y="2767984"/>
            <a:ext cx="687489" cy="322291"/>
          </a:xfrm>
          <a:prstGeom prst="leftRightArrow">
            <a:avLst/>
          </a:prstGeom>
          <a:solidFill>
            <a:srgbClr val="3069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Left-Right 43">
            <a:extLst>
              <a:ext uri="{FF2B5EF4-FFF2-40B4-BE49-F238E27FC236}">
                <a16:creationId xmlns:a16="http://schemas.microsoft.com/office/drawing/2014/main" id="{1837190C-443E-503C-1966-0B76A3807A0E}"/>
              </a:ext>
            </a:extLst>
          </p:cNvPr>
          <p:cNvSpPr/>
          <p:nvPr/>
        </p:nvSpPr>
        <p:spPr>
          <a:xfrm>
            <a:off x="7293596" y="2770426"/>
            <a:ext cx="687489" cy="322291"/>
          </a:xfrm>
          <a:prstGeom prst="leftRightArrow">
            <a:avLst/>
          </a:prstGeom>
          <a:solidFill>
            <a:srgbClr val="3069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000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17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Joel Christner</dc:creator>
  <cp:lastModifiedBy>Joel Christner</cp:lastModifiedBy>
  <cp:revision>2</cp:revision>
  <dcterms:created xsi:type="dcterms:W3CDTF">2026-06-28T18:00:50Z</dcterms:created>
  <dcterms:modified xsi:type="dcterms:W3CDTF">2026-06-28T23:44:05Z</dcterms:modified>
</cp:coreProperties>
</file>